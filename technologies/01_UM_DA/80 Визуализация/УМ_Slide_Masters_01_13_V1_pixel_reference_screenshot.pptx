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30 секунд показать, что УМ переводит управленческое намерение в расчетный управленческий ответ до запуска решения.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Показать, что каждое управленческое «да» несет цену в деньгах, ресурсах, сроках, налоговом контуре и ответственности. Схема ведет к платной Диагностике.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Фильтр, который не дает выдавать вердикт при неполных вводных. «Данных недостаточно» — пред-статус, не четвертый статус решения.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исполняемый алгоритм технологии в одном маршруте: каждый блок обязан дать проверяемый выход, иначе маршрут возвращается назад.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вердикта плюс отдельное служебное состояние недостатка данных. Пред-статус визуально отделен от статусов решения.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Решатор исполняет расчетную часть, но работает только после постановки запроса, данных и условий.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Защита УМ от неправильной категории Excel / таблица / финансовая модель. Инструмент считает, технология отвечает за точность ответа.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УМ покупается и проводится через четыре платных продукта. Первый шаг — платная Диагностика.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Содержание первого платного продукта: что проверяется до расчета и какой выход получает клиент.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 Диагностики расчетная логика превращается в правила, практику и устойчивый контур управления.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Контраст между управлением через спор и управлением через расчетный статус и условия. Опыт плюс расчет, а не критика руководителя.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Кейс на узнаваемом коммерческом запросе: клиент просит скидку и отсрочку, компания переводит это в требования к объему и условиям.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Защита технологии от подмены категорией Excel, BI, финмодель, тренинг или консалтинг без расчетного контура.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2026-07-31T08:56:52Z</dcterms:created>
  <dcterms:modified xsi:type="dcterms:W3CDTF">2026-07-31T08:56:52Z</dcterms:modified>
</cp:coreProperties>
</file>