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30 секунд: CLM настраивает первый управленческий круг как систему ролей, мандатов, решений, данных, ритмов и ответственности.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Дорогая боль до CLM: формально директора есть, но ключевые решения возвращаются к CEO, потому что мандаты, данные и ответственность разорваны.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выбора глубины C-level-архитектуры под сложность компании: роли можно сжимать, но мандаты нельзя терять.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2026-07-30T09:39:00Z</dcterms:created>
  <dcterms:modified xsi:type="dcterms:W3CDTF">2026-07-30T09:39:00Z</dcterms:modified>
</cp:coreProperties>
</file>