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перестает быть темой совещания и становится управляемым маршрутом: вход, владелец, мандат, данные, фиксация, разбор, обратная связь.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Архитектура технологии от фундамента к диагностике, оценке, решениям, синхронизации, устойчивости, AI, панели, дорожной карте и библиотеке артефактов.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покупается и проводится технология: первичные касания и квалификация не продукт, платная Диагностика открывает право на продолжение.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именно проверяет первый платный вход: роли, мандаты, решения, данные, ритмы, риски и вердикт.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выбранный контур решения проверяется на практике и превращается во внедренный управленческий артефакт.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Защита технологии от неправильной категории: чем CLM не является и где его реальное отличие.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Применение технологии через управленческий сюжет: боль, до CLM, Диагностика, Сессия, Спринт, Сопровождение, после CLM и вопрос клиенту.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2026-07-30T11:17:40Z</dcterms:created>
  <dcterms:modified xsi:type="dcterms:W3CDTF">2026-07-30T11:17:40Z</dcterms:modified>
</cp:coreProperties>
</file>