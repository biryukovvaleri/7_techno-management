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Объяснить технологию за 30 секунд как управляемый контур, а не как маркетинговую активность.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 дорогую проблему: продажный всплеск может не создавать привычку возвращаться.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Дать консультанту и клиенту карту проверки до обещаний результата.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 путь клиента как поведенческую цепочку, а не как рекламную воронку.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Зафиксировать, что повторяемость должна быть встроена в продукт и предложение.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 канал как среду подтверждения повторяемого поведения, а не как набор медиа.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Показать, как клиент возвращается без постоянного давления скидкой.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Связать поведение с финансовыми метриками без необоснованных гарантий.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Показать, как покупается и проводится технология без продажи всего консалтинга сразу.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Показать, что Сессия не является бренд-брейнштормом, а собирает решение для внедрения.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 Спринт как управляемое внедрение, а не как набор маркетинговых улучшений.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Дать универсальный кейсовый каркас для объяснения любого из 12 кейсов.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Защитить технологию от неправильной категории до передачи в дизайн и продажи.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2026-07-30T17:18:33Z</dcterms:created>
  <dcterms:modified xsi:type="dcterms:W3CDTF">2026-07-30T17:18:33Z</dcterms:modified>
</cp:coreProperties>
</file>