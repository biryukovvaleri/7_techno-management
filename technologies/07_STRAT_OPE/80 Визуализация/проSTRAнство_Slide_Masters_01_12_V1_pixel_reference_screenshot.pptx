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Ядро проSTRAнства: от проблемы к исполнению. За 30 секунд объяснить, что технология является экспертной системой отбора и сцепки, а не каталогом моделей.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Почему проSTRAнство не является каталогом моделей. Снять главный риск неправильной категории: ценность не в перечне моделей, а в точном отборе под доказанную задачу.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Диагностика управленческой задачи. Обязательный платный вход, который проверяет применимость технологии и защищает клиента от лишней Сессии.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Экспертная система триггеров. Технология переводит симптомы в ранжированные триггеры и ограничивает фокус Сессии.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Отбор стратегических фреймворков из большого поля. Из большого поля выбираются только 5-7 нужных для текущей управленческой задачи.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Мост от стратегии к операционным инструментам. Центральный механизм технологии: стратегический выход переводится в инструмент, владельца, метрику и ритм.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Операционные инструменты и измерители. Операционный слой работает через ограниченный набор инструментов, связанных с функцией, владельцем и метрикой.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Клиентский путь четырех продуктов. Клиент проходит технологию без автоматической продажи следующего этапа.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Сессия: сбор решения и контура внедрения. Точка сборки рабочего набора и моста, а не мозговой штурм.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Спринт 30-60-90: контроль внедрения. Выбранный мост проверяется в действии через три контрольные точки и итоговый вердикт.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Кейсовая схема: от управленческой боли к рабочему пространству решений. Кейс помогает узнать боль и продать Диагностику, а не обещать одинаковый результат.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Антипозиционирование: чем проSTRAнство не является. Защита технологии от четырех неправильных категорий.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2026-07-30T16:41:16Z</dcterms:created>
  <dcterms:modified xsi:type="dcterms:W3CDTF">2026-07-30T16:41:16Z</dcterms:modified>
</cp:coreProperties>
</file>