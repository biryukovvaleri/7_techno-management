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Ядро технологии: вся цепочка от сторон и интересов до соглашения и разбора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Поле сторон, интересов, ограничений и власти, включая внутренний контур.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Платная Диагностика как первый продукт: что проверяем и какой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до контакта: мандат, роли, данные, право на паузу.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BATNA и ZOPA — разные элементы переговорной силы; сигналы паузы и выхода.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Уступка имеет цену, границу и встречное действие.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от платной Диагностики к Сессии, Спринту и Сопровождению.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Сессия: сборка единой позиции и сценария следующего раунда.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Перевод технологии в регулярную практику команды на ограниченном контуре.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Разница между импровизацией и управляемой архитектурой решения.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Кейс переводится в Диагностику, поле, сценарий и решение о следующем продукте.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не тренинг, не скрипты, не манипуляции.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2026-07-31T08:50:02Z</dcterms:created>
  <dcterms:modified xsi:type="dcterms:W3CDTF">2026-07-31T08:50:02Z</dcterms:modified>
</cp:coreProperties>
</file>