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технологии за 30 секунд: сначала проверяется управляемость, затем допускается ограниченное применение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Интерес к ИИ без управленческого контура превращается в пилоты без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Диагностика проверяет готовность компании до продажи Сессии, Спринта или сопровождения.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от множества ИИ-идей к ограниченному активному набору.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Ограничение до 5 вариантов защищает управляемость.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отвечает за результат, данные, процесс, риск и контроль в каждом варианте применения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технология покупается и проводится: Диагностика, Сессия, Спринт, Сопровождение.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 выбирает допустимый активный набор, а не генерирует идеи про 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Выбранный вариант проверяется в ограниченном управленческом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 от ИИ-пилотов без владельца к управляемому допуску и контролю.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Типовая управленческая боль проходит через Диагностику, активный набор, контроль и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неправильной категории: ChatGPT, промпты, автоматизация, внедрение инструмента, AI-шоу.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2026-07-31T08:41:53Z</dcterms:created>
  <dcterms:modified xsi:type="dcterms:W3CDTF">2026-07-31T08:41:53Z</dcterms:modified>
</cp:coreProperties>
</file>