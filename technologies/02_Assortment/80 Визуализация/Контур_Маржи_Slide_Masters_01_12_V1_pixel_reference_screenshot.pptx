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за 30 секунд понятно, где строка управления, где красная зона, кто владелец и какое действие должно появиться.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зритель видит, что средний показатель скрывает конкретные красные строки SKU x канал.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схема ясно показывает состав Диагностики и возможные вердикты без обещания автоматического продолжения.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зритель понимает шесть типовых мест утечки и видит, что они сходятся в красную зону SKU x канал.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на схеме видно, что красная зона не висит сама по себе, а превращается в действие.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после просмотра понятно, кто именно должен принять решение и по какому параметру.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схема продает Диагностику как первый платный вход и показывает всю цепочку без альтернативных версий продукта.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понятно, что Сессия берет вход из Диагностики и выдает управляемый паспорт Спринта.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схема показывает ритм 30-60-90 и завершение управленческим выводом.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зритель понимает разницу: P&amp;L показывает итог, Контур Маржи показывает место действия.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схема явно маркирует модельность и показывает движение через Диагностику, Сессию, Спринт и Сопровождение.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приемки: после просмотра нельзя спутать технологию с BI, P&amp;L-панелью, Excel-набором или аудитом маркетплейсов.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2026-07-31T08:34:14Z</dcterms:created>
  <dcterms:modified xsi:type="dcterms:W3CDTF">2026-07-31T08:34:14Z</dcterms:modified>
</cp:coreProperties>
</file>